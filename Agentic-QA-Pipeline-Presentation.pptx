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1097280"/>
            <a:ext cx="2743200" cy="2743200"/>
          </a:xfrm>
          <a:prstGeom prst="ellipse">
            <a:avLst/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1554480"/>
            <a:ext cx="1828800" cy="182880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5E0A1"/>
                </a:solidFill>
              </a:rPr>
              <a:t>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5E0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AUTOMATION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35E0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Pipeline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user story. Get working tests.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9359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352044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59359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286000" y="4005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&amp; devices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352044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59359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14800" y="4005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demo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00200"/>
            <a:ext cx="1828800" cy="1737360"/>
          </a:xfrm>
          <a:prstGeom prst="roundRect">
            <a:avLst>
              <a:gd name="adj" fmla="val 4737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237744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story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76072" y="274320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what the feature should 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53996" y="228600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78608" y="1600200"/>
            <a:ext cx="1828800" cy="1737360"/>
          </a:xfrm>
          <a:prstGeom prst="roundRect">
            <a:avLst>
              <a:gd name="adj" fmla="val 4737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1783080"/>
            <a:ext cx="457200" cy="457200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14" name="Text 12"/>
          <p:cNvSpPr/>
          <p:nvPr/>
        </p:nvSpPr>
        <p:spPr>
          <a:xfrm>
            <a:off x="276148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237744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writes tests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743200" y="274320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code is created for you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21124" y="228600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45736" y="1600200"/>
            <a:ext cx="1828800" cy="1737360"/>
          </a:xfrm>
          <a:prstGeom prst="roundRect">
            <a:avLst>
              <a:gd name="adj" fmla="val 4737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1783080"/>
            <a:ext cx="457200" cy="457200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0328" y="237744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run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10328" y="274320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browsers, tablets and phones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8252" y="228600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12864" y="1600200"/>
            <a:ext cx="1828800" cy="1737360"/>
          </a:xfrm>
          <a:prstGeom prst="roundRect">
            <a:avLst>
              <a:gd name="adj" fmla="val 4737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1783080"/>
            <a:ext cx="457200" cy="457200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26" name="Text 24"/>
          <p:cNvSpPr/>
          <p:nvPr/>
        </p:nvSpPr>
        <p:spPr>
          <a:xfrm>
            <a:off x="7095744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77456" y="237744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results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77456" y="274320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view and easy reports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794760"/>
            <a:ext cx="8321040" cy="685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 w="12700">
            <a:solidFill>
              <a:srgbClr val="1E4D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runs on our own computers. </a:t>
            </a:r>
            <a:pPr indent="0" marL="0">
              <a:buNone/>
            </a:pPr>
            <a:r>
              <a:rPr lang="en-US" sz="13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extra to buy.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does the boring 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63040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tests for you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your user story, in one click.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36008" y="1463040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13248" y="16276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your story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13248" y="201168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Points out gaps before testing starts.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2552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clicks into tests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639312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through the app — it becomes a test.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36008" y="3090672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ℹ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13248" y="32552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Explains failures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13248" y="3639312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plain English, for anyone to read.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everywhere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BROWSERS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870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83080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6870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Firefox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870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Safari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1728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TABLETS &amp; PHONES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870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iPad Pro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870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Galaxy Tab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167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625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iPhone 14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167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2700">
            <a:solidFill>
              <a:srgbClr val="3A3F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1625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Galaxy S24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0" y="1920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(simulated)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834640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▶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2999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click, all 7 at once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338328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suite runs on every browser and device together.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36008" y="2834640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⚙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13248" y="2999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run just what you need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13248" y="338328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feature, one tag, or only the tests that failed.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tests as they run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63040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step 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lights up as it runs, with screenshots.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36008" y="1463040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13248" y="16276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Flaky test alerts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13248" y="201168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Spots tests that pass one day and fail the next.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2552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runs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639312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changed? It runs only the tests that change touches.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36008" y="3090672"/>
            <a:ext cx="4096512" cy="1463040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⚕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13248" y="3255264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repair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13248" y="3639312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broken test gets fixed by AI — you approve the change.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run on a schedule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63040"/>
            <a:ext cx="8321040" cy="685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36776"/>
            <a:ext cx="347472" cy="347472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it and forget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40480" y="1463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few minutes, daily, or weekly.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258568"/>
            <a:ext cx="8321040" cy="685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432304"/>
            <a:ext cx="347472" cy="347472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432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2585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it live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40480" y="22585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runs show up in the app like normal runs.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8321040" cy="685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227832"/>
            <a:ext cx="347472" cy="347472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227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05409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a history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40480" y="305409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run leaves a log with pass / fail counts.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849624"/>
            <a:ext cx="8321040" cy="685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4023360"/>
            <a:ext cx="347472" cy="347472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8496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Stays safe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40480" y="384962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run at a time. Stuck runs get stopped.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everyone can read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6304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engineers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360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0" y="14630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dashboards with videos, traces and screenshots.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49631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managers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60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simple write-up per feature, plus an Excel sheet.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36499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fresh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749040"/>
            <a:ext cx="7360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0" y="32004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run you just did always shows first.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8321040" cy="548640"/>
          </a:xfrm>
          <a:prstGeom prst="roundRect">
            <a:avLst>
              <a:gd name="adj" fmla="val 15000"/>
            </a:avLst>
          </a:prstGeom>
          <a:solidFill>
            <a:srgbClr val="131D30"/>
          </a:solidFill>
          <a:ln w="12700">
            <a:solidFill>
              <a:srgbClr val="1E4D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E0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Bonus:  </a:t>
            </a:r>
            <a:pPr indent="0" marL="0">
              <a:buNone/>
            </a:pPr>
            <a:r>
              <a:rPr lang="en-US" sz="125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security check with an A–F grade, and a page-speed check.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What’s next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6304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once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360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0" y="14630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share one login instead of each logging in. Much faster runs.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CF9"/>
                </a:solidFill>
              </a:rPr>
              <a:t>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49631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checks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60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sure every page works for every user.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5E0A1"/>
                </a:solidFill>
              </a:rPr>
              <a:t>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364992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alerts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749040"/>
            <a:ext cx="7360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0" y="32004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to the team when a scheduled run fails.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8321040" cy="548640"/>
          </a:xfrm>
          <a:prstGeom prst="roundRect">
            <a:avLst>
              <a:gd name="adj" fmla="val 15000"/>
            </a:avLst>
          </a:prstGeom>
          <a:solidFill>
            <a:srgbClr val="35E0A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1148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A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Let’s see it live.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4" name="Text 4"/>
          <p:cNvSpPr/>
          <p:nvPr/>
        </p:nvSpPr>
        <p:spPr>
          <a:xfrm>
            <a:off x="411480" y="320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5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it with</a:t>
            </a:r>
            <a:endParaRPr lang="en-US" sz="2700" dirty="0"/>
          </a:p>
        </p:txBody>
      </p:sp>
      <p:sp>
        <p:nvSpPr>
          <p:cNvPr id="6" name="Shape 6"/>
          <p:cNvSpPr/>
          <p:nvPr/>
        </p:nvSpPr>
        <p:spPr>
          <a:xfrm>
            <a:off x="429768" y="1207008"/>
            <a:ext cx="777240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7" name="Shape 7"/>
          <p:cNvSpPr/>
          <p:nvPr/>
        </p:nvSpPr>
        <p:spPr>
          <a:xfrm>
            <a:off x="411480" y="1463040"/>
            <a:ext cx="4096512" cy="3090672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667512" y="162763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E0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</a:t>
            </a:r>
            <a:endParaRPr lang="en-US" sz="1000" dirty="0"/>
          </a:p>
        </p:txBody>
      </p:sp>
      <p:sp>
        <p:nvSpPr>
          <p:cNvPr id="9" name="Text 9"/>
          <p:cNvSpPr/>
          <p:nvPr/>
        </p:nvSpPr>
        <p:spPr>
          <a:xfrm>
            <a:off x="667512" y="2048256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0" name="Text 10"/>
          <p:cNvSpPr/>
          <p:nvPr/>
        </p:nvSpPr>
        <p:spPr>
          <a:xfrm>
            <a:off x="667512" y="2295144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the tests and fixes broken ones.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667512" y="2633472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· Writer · Fixer</a:t>
            </a:r>
            <a:endParaRPr lang="en-US" sz="1250" dirty="0"/>
          </a:p>
        </p:txBody>
      </p:sp>
      <p:sp>
        <p:nvSpPr>
          <p:cNvPr id="12" name="Text 12"/>
          <p:cNvSpPr/>
          <p:nvPr/>
        </p:nvSpPr>
        <p:spPr>
          <a:xfrm>
            <a:off x="667512" y="2880360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agents, each with one job.</a:t>
            </a:r>
            <a:endParaRPr lang="en-US" sz="1000" dirty="0"/>
          </a:p>
        </p:txBody>
      </p:sp>
      <p:sp>
        <p:nvSpPr>
          <p:cNvPr id="13" name="Text 13"/>
          <p:cNvSpPr/>
          <p:nvPr/>
        </p:nvSpPr>
        <p:spPr>
          <a:xfrm>
            <a:off x="667512" y="3218688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Sonnet and Haiku</a:t>
            </a:r>
            <a:endParaRPr lang="en-US" sz="1250" dirty="0"/>
          </a:p>
        </p:txBody>
      </p:sp>
      <p:sp>
        <p:nvSpPr>
          <p:cNvPr id="14" name="Text 14"/>
          <p:cNvSpPr/>
          <p:nvPr/>
        </p:nvSpPr>
        <p:spPr>
          <a:xfrm>
            <a:off x="667512" y="3465576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Sonnet writes. Haiku does quick jobs.</a:t>
            </a:r>
            <a:endParaRPr lang="en-US" sz="1000" dirty="0"/>
          </a:p>
        </p:txBody>
      </p:sp>
      <p:sp>
        <p:nvSpPr>
          <p:cNvPr id="15" name="Text 15"/>
          <p:cNvSpPr/>
          <p:nvPr/>
        </p:nvSpPr>
        <p:spPr>
          <a:xfrm>
            <a:off x="667512" y="3803904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API key</a:t>
            </a:r>
            <a:endParaRPr lang="en-US" sz="1250" dirty="0"/>
          </a:p>
        </p:txBody>
      </p:sp>
      <p:sp>
        <p:nvSpPr>
          <p:cNvPr id="16" name="Text 16"/>
          <p:cNvSpPr/>
          <p:nvPr/>
        </p:nvSpPr>
        <p:spPr>
          <a:xfrm>
            <a:off x="667512" y="4050792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the Claude app we already have.</a:t>
            </a:r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4636008" y="1463040"/>
            <a:ext cx="4096512" cy="3090672"/>
          </a:xfrm>
          <a:prstGeom prst="roundRect">
            <a:avLst>
              <a:gd name="adj" fmla="val 5625"/>
            </a:avLst>
          </a:prstGeom>
          <a:solidFill>
            <a:srgbClr val="131D3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4892040" y="162763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TOOLS</a:t>
            </a:r>
            <a:endParaRPr lang="en-US" sz="1000" dirty="0"/>
          </a:p>
        </p:txBody>
      </p:sp>
      <p:sp>
        <p:nvSpPr>
          <p:cNvPr id="19" name="Text 19"/>
          <p:cNvSpPr/>
          <p:nvPr/>
        </p:nvSpPr>
        <p:spPr>
          <a:xfrm>
            <a:off x="4892040" y="2048256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250" dirty="0"/>
          </a:p>
        </p:txBody>
      </p:sp>
      <p:sp>
        <p:nvSpPr>
          <p:cNvPr id="20" name="Text 20"/>
          <p:cNvSpPr/>
          <p:nvPr/>
        </p:nvSpPr>
        <p:spPr>
          <a:xfrm>
            <a:off x="4892040" y="2295144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real Chrome, Firefox and Safari.</a:t>
            </a:r>
            <a:endParaRPr lang="en-US" sz="1000" dirty="0"/>
          </a:p>
        </p:txBody>
      </p:sp>
      <p:sp>
        <p:nvSpPr>
          <p:cNvPr id="21" name="Text 21"/>
          <p:cNvSpPr/>
          <p:nvPr/>
        </p:nvSpPr>
        <p:spPr>
          <a:xfrm>
            <a:off x="4892040" y="2633472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Cucumber (Gherkin)</a:t>
            </a:r>
            <a:endParaRPr lang="en-US" sz="1250" dirty="0"/>
          </a:p>
        </p:txBody>
      </p:sp>
      <p:sp>
        <p:nvSpPr>
          <p:cNvPr id="22" name="Text 22"/>
          <p:cNvSpPr/>
          <p:nvPr/>
        </p:nvSpPr>
        <p:spPr>
          <a:xfrm>
            <a:off x="4892040" y="2880360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written in plain English.</a:t>
            </a:r>
            <a:endParaRPr lang="en-US" sz="1000" dirty="0"/>
          </a:p>
        </p:txBody>
      </p:sp>
      <p:sp>
        <p:nvSpPr>
          <p:cNvPr id="23" name="Text 23"/>
          <p:cNvSpPr/>
          <p:nvPr/>
        </p:nvSpPr>
        <p:spPr>
          <a:xfrm>
            <a:off x="4892040" y="3218688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MCP</a:t>
            </a:r>
            <a:endParaRPr lang="en-US" sz="1250" dirty="0"/>
          </a:p>
        </p:txBody>
      </p:sp>
      <p:sp>
        <p:nvSpPr>
          <p:cNvPr id="24" name="Text 24"/>
          <p:cNvSpPr/>
          <p:nvPr/>
        </p:nvSpPr>
        <p:spPr>
          <a:xfrm>
            <a:off x="4892040" y="3465576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the AI open a browser itself.</a:t>
            </a:r>
            <a:endParaRPr lang="en-US" sz="1000" dirty="0"/>
          </a:p>
        </p:txBody>
      </p:sp>
      <p:sp>
        <p:nvSpPr>
          <p:cNvPr id="25" name="Text 25"/>
          <p:cNvSpPr/>
          <p:nvPr/>
        </p:nvSpPr>
        <p:spPr>
          <a:xfrm>
            <a:off x="4892040" y="3803904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Allure and Excel</a:t>
            </a:r>
            <a:endParaRPr lang="en-US" sz="1250" dirty="0"/>
          </a:p>
        </p:txBody>
      </p:sp>
      <p:sp>
        <p:nvSpPr>
          <p:cNvPr id="26" name="Text 26"/>
          <p:cNvSpPr/>
          <p:nvPr/>
        </p:nvSpPr>
        <p:spPr>
          <a:xfrm>
            <a:off x="4892040" y="4050792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for engineers and managers.</a:t>
            </a:r>
            <a:endParaRPr lang="en-US" sz="1000" dirty="0"/>
          </a:p>
        </p:txBody>
      </p:sp>
      <p:sp>
        <p:nvSpPr>
          <p:cNvPr id="27" name="Text 27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83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Pipeline</a:t>
            </a:r>
            <a:endParaRPr lang="en-US" sz="850" dirty="0"/>
          </a:p>
        </p:txBody>
      </p:sp>
      <p:sp>
        <p:nvSpPr>
          <p:cNvPr id="28" name="Text 28"/>
          <p:cNvSpPr/>
          <p:nvPr/>
        </p:nvSpPr>
        <p:spPr>
          <a:xfrm>
            <a:off x="813816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r">
              <a:buNone/>
            </a:pPr>
            <a:r>
              <a:rPr lang="en-US" sz="850" dirty="0">
                <a:solidFill>
                  <a:srgbClr val="768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QA Automation Pipeline</dc:title>
  <dc:subject>PptxGenJS Presentation</dc:subject>
  <dc:creator>Agentic QA Pipeline</dc:creator>
  <cp:lastModifiedBy>Agentic QA Pipeline</cp:lastModifiedBy>
  <cp:revision>1</cp:revision>
  <dcterms:created xsi:type="dcterms:W3CDTF">2026-09-09T08:51:58Z</dcterms:created>
  <dcterms:modified xsi:type="dcterms:W3CDTF">2026-09-09T08:51:58Z</dcterms:modified>
</cp:coreProperties>
</file>