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1097280"/>
            <a:ext cx="2743200" cy="2743200"/>
          </a:xfrm>
          <a:prstGeom prst="ellipse">
            <a:avLst/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46520" y="1554480"/>
            <a:ext cx="1828800" cy="182880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35E0A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95160" y="21031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5E0A1"/>
                </a:solidFill>
              </a:rPr>
              <a:t>▶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685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5E0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AUTOMATION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
</a:t>
            </a:r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35E0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Pipeline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a user story. Get working tests.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1691640" cy="868680"/>
          </a:xfrm>
          <a:prstGeom prst="roundRect">
            <a:avLst>
              <a:gd name="adj" fmla="val 9474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593592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57200" y="400507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286000" y="3520440"/>
            <a:ext cx="1691640" cy="868680"/>
          </a:xfrm>
          <a:prstGeom prst="roundRect">
            <a:avLst>
              <a:gd name="adj" fmla="val 9474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0" y="3593592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2286000" y="400507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browsers &amp; devices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0" y="3520440"/>
            <a:ext cx="1691640" cy="868680"/>
          </a:xfrm>
          <a:prstGeom prst="roundRect">
            <a:avLst>
              <a:gd name="adj" fmla="val 9474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0" y="3593592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4114800" y="4005072"/>
            <a:ext cx="1691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cost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demo · September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3200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29768" y="1207008"/>
            <a:ext cx="777240" cy="36576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600200"/>
            <a:ext cx="1828800" cy="1737360"/>
          </a:xfrm>
          <a:prstGeom prst="roundRect">
            <a:avLst>
              <a:gd name="adj" fmla="val 4737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783080"/>
            <a:ext cx="457200" cy="457200"/>
          </a:xfrm>
          <a:prstGeom prst="ellipse">
            <a:avLst/>
          </a:prstGeom>
          <a:solidFill>
            <a:srgbClr val="35E0A1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A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76072" y="237744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a story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76072" y="2743200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 what the feature should do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253996" y="2286000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E0A1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578608" y="1600200"/>
            <a:ext cx="1828800" cy="1737360"/>
          </a:xfrm>
          <a:prstGeom prst="roundRect">
            <a:avLst>
              <a:gd name="adj" fmla="val 4737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1488" y="1783080"/>
            <a:ext cx="457200" cy="457200"/>
          </a:xfrm>
          <a:prstGeom prst="ellipse">
            <a:avLst/>
          </a:prstGeom>
          <a:solidFill>
            <a:srgbClr val="35E0A1"/>
          </a:solidFill>
          <a:ln/>
        </p:spPr>
      </p:sp>
      <p:sp>
        <p:nvSpPr>
          <p:cNvPr id="14" name="Text 12"/>
          <p:cNvSpPr/>
          <p:nvPr/>
        </p:nvSpPr>
        <p:spPr>
          <a:xfrm>
            <a:off x="2761488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A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43200" y="237744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writes tests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743200" y="2743200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code is created for you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421124" y="2286000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E0A1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45736" y="1600200"/>
            <a:ext cx="1828800" cy="1737360"/>
          </a:xfrm>
          <a:prstGeom prst="roundRect">
            <a:avLst>
              <a:gd name="adj" fmla="val 4737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28616" y="1783080"/>
            <a:ext cx="457200" cy="457200"/>
          </a:xfrm>
          <a:prstGeom prst="ellipse">
            <a:avLst/>
          </a:prstGeom>
          <a:solidFill>
            <a:srgbClr val="35E0A1"/>
          </a:solidFill>
          <a:ln/>
        </p:spPr>
      </p:sp>
      <p:sp>
        <p:nvSpPr>
          <p:cNvPr id="20" name="Text 18"/>
          <p:cNvSpPr/>
          <p:nvPr/>
        </p:nvSpPr>
        <p:spPr>
          <a:xfrm>
            <a:off x="4928616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A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0328" y="237744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run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910328" y="2743200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browsers, tablets and phones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88252" y="2286000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5E0A1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912864" y="1600200"/>
            <a:ext cx="1828800" cy="1737360"/>
          </a:xfrm>
          <a:prstGeom prst="roundRect">
            <a:avLst>
              <a:gd name="adj" fmla="val 4737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95744" y="1783080"/>
            <a:ext cx="457200" cy="457200"/>
          </a:xfrm>
          <a:prstGeom prst="ellipse">
            <a:avLst/>
          </a:prstGeom>
          <a:solidFill>
            <a:srgbClr val="35E0A1"/>
          </a:solidFill>
          <a:ln/>
        </p:spPr>
      </p:sp>
      <p:sp>
        <p:nvSpPr>
          <p:cNvPr id="26" name="Text 24"/>
          <p:cNvSpPr/>
          <p:nvPr/>
        </p:nvSpPr>
        <p:spPr>
          <a:xfrm>
            <a:off x="7095744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2A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77456" y="2377440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results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077456" y="2743200"/>
            <a:ext cx="14996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view and easy reports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11480" y="3794760"/>
            <a:ext cx="8321040" cy="685800"/>
          </a:xfrm>
          <a:prstGeom prst="roundRect">
            <a:avLst>
              <a:gd name="adj" fmla="val 12000"/>
            </a:avLst>
          </a:prstGeom>
          <a:solidFill>
            <a:srgbClr val="131D30"/>
          </a:solidFill>
          <a:ln w="12700">
            <a:solidFill>
              <a:srgbClr val="1E4D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79476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E0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runs on our own computers. </a:t>
            </a:r>
            <a:pPr indent="0" marL="0">
              <a:buNone/>
            </a:pPr>
            <a:r>
              <a:rPr lang="en-US" sz="13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extra to buy.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1148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 Pipeline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138160" y="484632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8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3200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does the boring work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29768" y="1207008"/>
            <a:ext cx="777240" cy="36576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46304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E0A1"/>
                </a:solidFill>
              </a:rPr>
              <a:t>✍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1627632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Writes tests for you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011680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your user story, in one click.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36008" y="146304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7176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CF9"/>
                </a:solidFill>
              </a:rPr>
              <a:t>✔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13248" y="1627632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Checks your story first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13248" y="2011680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Points out gaps before testing starts.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3090672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3273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E0A1"/>
                </a:solidFill>
              </a:rPr>
              <a:t>●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188720" y="32552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Turns clicks into tests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3639312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 through the app — it becomes a test.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36008" y="3090672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37176" y="3273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CF9"/>
                </a:solidFill>
              </a:rPr>
              <a:t>ℹ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413248" y="32552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Explains failures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13248" y="3639312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plain English, for anyone to read.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 Pipeline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138160" y="484632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8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3200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everywhere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29768" y="1207008"/>
            <a:ext cx="777240" cy="36576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6" name="Text 4"/>
          <p:cNvSpPr/>
          <p:nvPr/>
        </p:nvSpPr>
        <p:spPr>
          <a:xfrm>
            <a:off x="429768" y="14173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 BROWSERS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8706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Chrome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783080" y="169164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83080" y="168706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Firefox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169164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168706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Safari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81728" y="14173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TABLETS &amp; PHONES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69164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2700">
            <a:solidFill>
              <a:srgbClr val="3A3F6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68706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iPad Pro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169164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2700">
            <a:solidFill>
              <a:srgbClr val="3A3F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1687068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Galaxy Tab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63440" y="2167128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2700">
            <a:solidFill>
              <a:srgbClr val="3A3F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2162556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iPhone 14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35040" y="2167128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2700">
            <a:solidFill>
              <a:srgbClr val="3A3F6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2162556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Galaxy S24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0" y="19202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(simulated)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283464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E0A1"/>
                </a:solidFill>
              </a:rPr>
              <a:t>▶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188720" y="2999232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click, all 7 at once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3383280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whole suite runs on every browser and device together.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36008" y="283464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37176" y="30175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CF9"/>
                </a:solidFill>
              </a:rPr>
              <a:t>⚙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413248" y="2999232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run just what you need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13248" y="3383280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feature, one tag, or only the tests that failed.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1148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 Pipeline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138160" y="484632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8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3200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tests as they run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29768" y="1207008"/>
            <a:ext cx="777240" cy="36576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46304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E0A1"/>
                </a:solidFill>
              </a:rPr>
              <a:t>▮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1627632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step 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011680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lights up as it runs, with screenshots.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36008" y="1463040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7176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CF9"/>
                </a:solidFill>
              </a:rPr>
              <a:t>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13248" y="1627632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Flaky test alerts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13248" y="2011680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Spots tests that pass one day and fail the next.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3090672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3273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E0A1"/>
                </a:solidFill>
              </a:rPr>
              <a:t>≡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188720" y="32552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Smart runs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3639312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changed? It runs only the tests that change touches.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36008" y="3090672"/>
            <a:ext cx="4096512" cy="1463040"/>
          </a:xfrm>
          <a:prstGeom prst="roundRect">
            <a:avLst>
              <a:gd name="adj" fmla="val 5625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37176" y="32735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CF9"/>
                </a:solidFill>
              </a:rPr>
              <a:t>⚕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413248" y="32552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repair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13248" y="3639312"/>
            <a:ext cx="31363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broken test gets fixed by AI — you approve the change.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 Pipeline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138160" y="484632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8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3200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run on a schedule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29768" y="1207008"/>
            <a:ext cx="777240" cy="36576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463040"/>
            <a:ext cx="8321040" cy="685800"/>
          </a:xfrm>
          <a:prstGeom prst="roundRect">
            <a:avLst>
              <a:gd name="adj" fmla="val 12000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636776"/>
            <a:ext cx="347472" cy="347472"/>
          </a:xfrm>
          <a:prstGeom prst="ellipse">
            <a:avLst/>
          </a:prstGeom>
          <a:solidFill>
            <a:srgbClr val="35E0A1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6367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A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14630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it and forget it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840480" y="146304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few minutes, daily, or weekly.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2258568"/>
            <a:ext cx="8321040" cy="685800"/>
          </a:xfrm>
          <a:prstGeom prst="roundRect">
            <a:avLst>
              <a:gd name="adj" fmla="val 12000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2432304"/>
            <a:ext cx="347472" cy="347472"/>
          </a:xfrm>
          <a:prstGeom prst="ellipse">
            <a:avLst/>
          </a:prstGeom>
          <a:solidFill>
            <a:srgbClr val="35E0A1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43230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A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2258568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it live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840480" y="2258568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runs show up in the app like normal runs.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3054096"/>
            <a:ext cx="8321040" cy="685800"/>
          </a:xfrm>
          <a:prstGeom prst="roundRect">
            <a:avLst>
              <a:gd name="adj" fmla="val 12000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" y="3227832"/>
            <a:ext cx="347472" cy="347472"/>
          </a:xfrm>
          <a:prstGeom prst="ellipse">
            <a:avLst/>
          </a:prstGeom>
          <a:solidFill>
            <a:srgbClr val="35E0A1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" y="322783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A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3054096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Keeps a history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840480" y="3054096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run leaves a log with pass / fail counts.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3849624"/>
            <a:ext cx="8321040" cy="685800"/>
          </a:xfrm>
          <a:prstGeom prst="roundRect">
            <a:avLst>
              <a:gd name="adj" fmla="val 12000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" y="4023360"/>
            <a:ext cx="347472" cy="347472"/>
          </a:xfrm>
          <a:prstGeom prst="ellipse">
            <a:avLst/>
          </a:prstGeom>
          <a:solidFill>
            <a:srgbClr val="35E0A1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40233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A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88720" y="3849624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Stays safe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840480" y="3849624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run at a time. Stuck runs get stopped.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1148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 Pipeline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138160" y="484632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8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3200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 everyone can read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29768" y="1207008"/>
            <a:ext cx="777240" cy="36576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463040"/>
            <a:ext cx="8321040" cy="777240"/>
          </a:xfrm>
          <a:prstGeom prst="roundRect">
            <a:avLst>
              <a:gd name="adj" fmla="val 10588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E0A1"/>
                </a:solidFill>
              </a:rPr>
              <a:t>▣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1627632"/>
            <a:ext cx="7360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engineers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011680"/>
            <a:ext cx="736092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840480" y="146304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dashboards with videos, traces and screenshots.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2331720"/>
            <a:ext cx="8321040" cy="777240"/>
          </a:xfrm>
          <a:prstGeom prst="roundRect">
            <a:avLst>
              <a:gd name="adj" fmla="val 10588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CF9"/>
                </a:solidFill>
              </a:rPr>
              <a:t>☷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88720" y="2496312"/>
            <a:ext cx="7360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managers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2880360"/>
            <a:ext cx="736092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840480" y="233172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simple write-up per feature, plus an Excel sheet.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3200400"/>
            <a:ext cx="8321040" cy="777240"/>
          </a:xfrm>
          <a:prstGeom prst="roundRect">
            <a:avLst>
              <a:gd name="adj" fmla="val 10588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E0A1"/>
                </a:solidFill>
              </a:rPr>
              <a:t>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3364992"/>
            <a:ext cx="7360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Always fresh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88720" y="3749040"/>
            <a:ext cx="736092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840480" y="320040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run you just did always shows first.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4114800"/>
            <a:ext cx="8321040" cy="548640"/>
          </a:xfrm>
          <a:prstGeom prst="roundRect">
            <a:avLst>
              <a:gd name="adj" fmla="val 15000"/>
            </a:avLst>
          </a:prstGeom>
          <a:solidFill>
            <a:srgbClr val="131D30"/>
          </a:solidFill>
          <a:ln w="12700">
            <a:solidFill>
              <a:srgbClr val="1E4D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1148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E0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Bonus:  </a:t>
            </a:r>
            <a:pPr indent="0" marL="0">
              <a:buNone/>
            </a:pPr>
            <a:r>
              <a:rPr lang="en-US" sz="125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security check with an A–F grade, and a page-speed check.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1148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 Pipeline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138160" y="484632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8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3200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E0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11480" y="6217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What’s next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29768" y="1207008"/>
            <a:ext cx="777240" cy="36576"/>
          </a:xfrm>
          <a:prstGeom prst="rect">
            <a:avLst/>
          </a:prstGeom>
          <a:solidFill>
            <a:srgbClr val="35E0A1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1463040"/>
            <a:ext cx="8321040" cy="777240"/>
          </a:xfrm>
          <a:prstGeom prst="roundRect">
            <a:avLst>
              <a:gd name="adj" fmla="val 10588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E0A1"/>
                </a:solidFill>
              </a:rPr>
              <a:t>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1627632"/>
            <a:ext cx="7360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 once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011680"/>
            <a:ext cx="736092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840480" y="146304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share one login instead of each logging in. Much faster runs.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2331720"/>
            <a:ext cx="8321040" cy="777240"/>
          </a:xfrm>
          <a:prstGeom prst="roundRect">
            <a:avLst>
              <a:gd name="adj" fmla="val 10588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CF9"/>
                </a:solidFill>
              </a:rPr>
              <a:t>♿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188720" y="2496312"/>
            <a:ext cx="7360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checks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2880360"/>
            <a:ext cx="736092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840480" y="233172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sure every page works for every user.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3200400"/>
            <a:ext cx="8321040" cy="777240"/>
          </a:xfrm>
          <a:prstGeom prst="roundRect">
            <a:avLst>
              <a:gd name="adj" fmla="val 10588"/>
            </a:avLst>
          </a:prstGeom>
          <a:solidFill>
            <a:srgbClr val="131D3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5E0A1"/>
                </a:solidFill>
              </a:rPr>
              <a:t>✉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188720" y="3364992"/>
            <a:ext cx="7360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8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alerts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88720" y="3749040"/>
            <a:ext cx="736092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840480" y="3200400"/>
            <a:ext cx="4709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B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message to the team when a scheduled run fails.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" y="4114800"/>
            <a:ext cx="8321040" cy="548640"/>
          </a:xfrm>
          <a:prstGeom prst="roundRect">
            <a:avLst>
              <a:gd name="adj" fmla="val 15000"/>
            </a:avLst>
          </a:prstGeom>
          <a:solidFill>
            <a:srgbClr val="35E0A1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4114800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2A1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 Let’s see it live.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48463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QA Pipeline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138160" y="484632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683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QA Automation Pipeline</dc:title>
  <dc:subject>PptxGenJS Presentation</dc:subject>
  <dc:creator>Agentic QA Pipeline</dc:creator>
  <cp:lastModifiedBy>Agentic QA Pipeline</cp:lastModifiedBy>
  <cp:revision>1</cp:revision>
  <dcterms:created xsi:type="dcterms:W3CDTF">2026-09-09T08:51:58Z</dcterms:created>
  <dcterms:modified xsi:type="dcterms:W3CDTF">2026-09-09T08:51:58Z</dcterms:modified>
</cp:coreProperties>
</file>